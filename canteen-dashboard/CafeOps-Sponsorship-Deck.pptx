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" y="0"/>
            <a:ext cx="12124944" cy="123444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201168"/>
            <a:ext cx="1554480" cy="530352"/>
          </a:xfrm>
          <a:prstGeom prst="roundRect">
            <a:avLst>
              <a:gd name="adj" fmla="val 2069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20116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CaféOps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16459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Sponsorship &amp; Collaboration Opportunity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56692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Canteen Innovation Events 2026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607040" y="27432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607040" y="27432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CONFIDENTIAL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7472" y="1389888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Let's Build the</a:t>
            </a:r>
            <a:endParaRPr lang="en-US" sz="2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of Canteen</a:t>
            </a:r>
            <a:endParaRPr lang="en-US" sz="2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Management Together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47472" y="3529584"/>
            <a:ext cx="100584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3694176"/>
            <a:ext cx="4160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BFDA"/>
                </a:solidFill>
              </a:rPr>
              <a:t>We are launching a series of corporate canteen events designed to drive</a:t>
            </a:r>
            <a:endParaRPr lang="en-US" sz="10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BFDA"/>
                </a:solidFill>
              </a:rPr>
              <a:t>cost savings, vendor innovation &amp; food quality. Your brand gets premium</a:t>
            </a:r>
            <a:endParaRPr lang="en-US" sz="10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BFDA"/>
                </a:solidFill>
              </a:rPr>
              <a:t>visibility to 500 + corporate canteen decision-makers across India.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353312"/>
            <a:ext cx="2267712" cy="2852928"/>
          </a:xfrm>
          <a:prstGeom prst="roundRect">
            <a:avLst>
              <a:gd name="adj" fmla="val 5645"/>
            </a:avLst>
          </a:prstGeom>
          <a:solidFill>
            <a:srgbClr val="0F2744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353312"/>
            <a:ext cx="2267712" cy="201168"/>
          </a:xfrm>
          <a:prstGeom prst="roundRect">
            <a:avLst>
              <a:gd name="adj" fmla="val 63636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1719072"/>
            <a:ext cx="713232" cy="713232"/>
          </a:xfrm>
          <a:prstGeom prst="ellipse">
            <a:avLst/>
          </a:prstGeom>
          <a:solidFill>
            <a:srgbClr val="132B4A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1737360"/>
            <a:ext cx="713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303520" y="2505456"/>
            <a:ext cx="1261872" cy="274320"/>
          </a:xfrm>
          <a:prstGeom prst="roundRect">
            <a:avLst>
              <a:gd name="adj" fmla="val 26667"/>
            </a:avLst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250545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Sep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28616" y="285292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Vendor Innovation Summit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28616" y="33832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BC0"/>
                </a:solidFill>
              </a:rPr>
              <a:t>Showcase emerging food vendors &amp; procurement tech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32904" y="1353312"/>
            <a:ext cx="2267712" cy="2852928"/>
          </a:xfrm>
          <a:prstGeom prst="roundRect">
            <a:avLst>
              <a:gd name="adj" fmla="val 5645"/>
            </a:avLst>
          </a:prstGeom>
          <a:solidFill>
            <a:srgbClr val="0F2744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32904" y="1353312"/>
            <a:ext cx="2267712" cy="201168"/>
          </a:xfrm>
          <a:prstGeom prst="roundRect">
            <a:avLst>
              <a:gd name="adj" fmla="val 63636"/>
            </a:avLst>
          </a:prstGeom>
          <a:solidFill>
            <a:srgbClr val="06B6D4"/>
          </a:solidFill>
          <a:ln/>
        </p:spPr>
      </p:sp>
      <p:sp>
        <p:nvSpPr>
          <p:cNvPr id="25" name="Shape 23"/>
          <p:cNvSpPr/>
          <p:nvPr/>
        </p:nvSpPr>
        <p:spPr>
          <a:xfrm>
            <a:off x="8010144" y="1719072"/>
            <a:ext cx="713232" cy="713232"/>
          </a:xfrm>
          <a:prstGeom prst="ellipse">
            <a:avLst/>
          </a:prstGeom>
          <a:solidFill>
            <a:srgbClr val="132B4A"/>
          </a:solidFill>
          <a:ln/>
        </p:spPr>
      </p:sp>
      <p:sp>
        <p:nvSpPr>
          <p:cNvPr id="26" name="Text 24"/>
          <p:cNvSpPr/>
          <p:nvPr/>
        </p:nvSpPr>
        <p:spPr>
          <a:xfrm>
            <a:off x="8010144" y="1737360"/>
            <a:ext cx="713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735824" y="2505456"/>
            <a:ext cx="1261872" cy="274320"/>
          </a:xfrm>
          <a:prstGeom prst="roundRect">
            <a:avLst>
              <a:gd name="adj" fmla="val 26667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735824" y="250545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Nov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60920" y="285292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Cost Intelligence Forum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60920" y="33832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BC0"/>
                </a:solidFill>
              </a:rPr>
              <a:t>CFO-level discussion on canteen spend analytics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665208" y="1353312"/>
            <a:ext cx="2267712" cy="2852928"/>
          </a:xfrm>
          <a:prstGeom prst="roundRect">
            <a:avLst>
              <a:gd name="adj" fmla="val 5645"/>
            </a:avLst>
          </a:prstGeom>
          <a:solidFill>
            <a:srgbClr val="0F2744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65208" y="1353312"/>
            <a:ext cx="2267712" cy="201168"/>
          </a:xfrm>
          <a:prstGeom prst="roundRect">
            <a:avLst>
              <a:gd name="adj" fmla="val 63636"/>
            </a:avLst>
          </a:pr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42448" y="1719072"/>
            <a:ext cx="713232" cy="713232"/>
          </a:xfrm>
          <a:prstGeom prst="ellipse">
            <a:avLst/>
          </a:prstGeom>
          <a:solidFill>
            <a:srgbClr val="132B4A"/>
          </a:solidFill>
          <a:ln/>
        </p:spPr>
      </p:sp>
      <p:sp>
        <p:nvSpPr>
          <p:cNvPr id="34" name="Text 32"/>
          <p:cNvSpPr/>
          <p:nvPr/>
        </p:nvSpPr>
        <p:spPr>
          <a:xfrm>
            <a:off x="10442448" y="1737360"/>
            <a:ext cx="713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10168128" y="2505456"/>
            <a:ext cx="1261872" cy="274320"/>
          </a:xfrm>
          <a:prstGeom prst="roundRect">
            <a:avLst>
              <a:gd name="adj" fmla="val 26667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0168128" y="250545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Jan 2027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793224" y="285292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Canteen Leaders Conclave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793224" y="33832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BC0"/>
                </a:solidFill>
              </a:rPr>
              <a:t>Cross-industry benchmarking &amp; best-practice awards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008" y="4315968"/>
            <a:ext cx="12124944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" y="4462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SPONSORSHIP TIERS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472" y="4809744"/>
            <a:ext cx="2788920" cy="1609344"/>
          </a:xfrm>
          <a:prstGeom prst="roundRect">
            <a:avLst>
              <a:gd name="adj" fmla="val 5682"/>
            </a:avLst>
          </a:prstGeom>
          <a:solidFill>
            <a:srgbClr val="0D1F3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919472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919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TITLE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261872" y="4901184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₹25L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75488" y="5266944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BAFC9"/>
                </a:solidFill>
              </a:rPr>
              <a:t>Logo on all assets · Keynote slot · 10 passes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91840" y="4809744"/>
            <a:ext cx="2788920" cy="1609344"/>
          </a:xfrm>
          <a:prstGeom prst="roundRect">
            <a:avLst>
              <a:gd name="adj" fmla="val 5682"/>
            </a:avLst>
          </a:prstGeom>
          <a:solidFill>
            <a:srgbClr val="0D1F3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01568" y="4919472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22C55E">
              <a:alpha val="8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401568" y="4919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GOLD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206240" y="4901184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₹15L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419856" y="5266944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BAFC9"/>
                </a:solidFill>
              </a:rPr>
              <a:t>Logo on stage · Panel seat · 6 passes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36208" y="4809744"/>
            <a:ext cx="2788920" cy="1609344"/>
          </a:xfrm>
          <a:prstGeom prst="roundRect">
            <a:avLst>
              <a:gd name="adj" fmla="val 5682"/>
            </a:avLst>
          </a:prstGeom>
          <a:solidFill>
            <a:srgbClr val="0D1F3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45936" y="4919472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64748B">
              <a:alpha val="8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345936" y="4919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SILVER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150608" y="4901184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₹8L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64224" y="5266944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BAFC9"/>
                </a:solidFill>
              </a:rPr>
              <a:t>Booth · Brand mention · 3 passes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180576" y="4809744"/>
            <a:ext cx="2788920" cy="1609344"/>
          </a:xfrm>
          <a:prstGeom prst="roundRect">
            <a:avLst>
              <a:gd name="adj" fmla="val 5682"/>
            </a:avLst>
          </a:prstGeom>
          <a:solidFill>
            <a:srgbClr val="0D1F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90304" y="4919472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06B6D4">
              <a:alpha val="8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9290304" y="4919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DIGITAL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0094976" y="4901184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₹3L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308592" y="5266944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BAFC9"/>
                </a:solidFill>
              </a:rPr>
              <a:t>App banner · Social media · E-cert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4008" y="6510528"/>
            <a:ext cx="12124944" cy="347472"/>
          </a:xfrm>
          <a:prstGeom prst="rect">
            <a:avLst/>
          </a:prstGeom>
          <a:solidFill>
            <a:srgbClr val="060E1D"/>
          </a:solidFill>
          <a:ln/>
        </p:spPr>
      </p:sp>
      <p:sp>
        <p:nvSpPr>
          <p:cNvPr id="62" name="Text 60"/>
          <p:cNvSpPr/>
          <p:nvPr/>
        </p:nvSpPr>
        <p:spPr>
          <a:xfrm>
            <a:off x="347472" y="652881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6FA5"/>
                </a:solidFill>
              </a:rPr>
              <a:t>📧  partnerships@cafeops.in   |   📞  +91 98765 43210   |   🌐  cafeops.in/events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138160" y="652881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D4A6A"/>
                </a:solidFill>
              </a:rPr>
              <a:t>© 2026 CaféOps Technologies Pvt. Ltd.  All rights reserved.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681728" y="1389888"/>
            <a:ext cx="36576" cy="2852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5" name="Text 63"/>
          <p:cNvSpPr/>
          <p:nvPr/>
        </p:nvSpPr>
        <p:spPr>
          <a:xfrm>
            <a:off x="347472" y="140817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500+</a:t>
            </a: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347472" y="215798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3</a:t>
            </a: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347472" y="290779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₹51L</a:t>
            </a: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47472" y="5074920"/>
            <a:ext cx="1298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</a:rPr>
              <a:t>500+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347472" y="553212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Corporate Canteen</a:t>
            </a:r>
            <a:endParaRPr lang="en-US" sz="7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Decision-Makers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773936" y="5074920"/>
            <a:ext cx="1298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</a:rPr>
              <a:t>3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1773936" y="553212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Premium Events</a:t>
            </a:r>
            <a:endParaRPr lang="en-US" sz="7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Across India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200400" y="5074920"/>
            <a:ext cx="1298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</a:rPr>
              <a:t>₹51L</a:t>
            </a:r>
            <a:endParaRPr lang="en-US" sz="2200" dirty="0"/>
          </a:p>
        </p:txBody>
      </p:sp>
      <p:sp>
        <p:nvSpPr>
          <p:cNvPr id="73" name="Text 71"/>
          <p:cNvSpPr/>
          <p:nvPr/>
        </p:nvSpPr>
        <p:spPr>
          <a:xfrm>
            <a:off x="3200400" y="553212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Total Sponsorship</a:t>
            </a:r>
            <a:endParaRPr lang="en-US" sz="7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Inventory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47472" y="4078224"/>
            <a:ext cx="2011680" cy="420624"/>
          </a:xfrm>
          <a:prstGeom prst="roundRect">
            <a:avLst>
              <a:gd name="adj" fmla="val 21739"/>
            </a:avLst>
          </a:prstGeom>
          <a:solidFill>
            <a:srgbClr val="2563EB"/>
          </a:solidFill>
          <a:ln/>
        </p:spPr>
      </p:sp>
      <p:sp>
        <p:nvSpPr>
          <p:cNvPr id="75" name="Text 73"/>
          <p:cNvSpPr/>
          <p:nvPr/>
        </p:nvSpPr>
        <p:spPr>
          <a:xfrm>
            <a:off x="347472" y="407822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Book a Sponsor Meeting →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2026-05-06T12:39:15Z</dcterms:created>
  <dcterms:modified xsi:type="dcterms:W3CDTF">2026-05-06T12:39:15Z</dcterms:modified>
</cp:coreProperties>
</file>